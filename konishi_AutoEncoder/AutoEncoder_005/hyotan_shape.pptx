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2743200" y="914400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017520" y="2286000"/>
            <a:ext cx="1280160" cy="2286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